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wyAw6UdFOkNU/ipOLbaLSffkq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4024121" y="2447925"/>
            <a:ext cx="1098550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535940" y="1610613"/>
            <a:ext cx="7607300" cy="365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535940" y="1610613"/>
            <a:ext cx="7607300" cy="365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3333"/>
              </a:lnSpc>
              <a:spcBef>
                <a:spcPts val="0"/>
              </a:spcBef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hafqat@cse.uiu.ac.b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ctrTitle"/>
          </p:nvPr>
        </p:nvSpPr>
        <p:spPr>
          <a:xfrm>
            <a:off x="4024121" y="2447925"/>
            <a:ext cx="1098550" cy="756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latin typeface="Calibri"/>
                <a:ea typeface="Calibri"/>
                <a:cs typeface="Calibri"/>
                <a:sym typeface="Calibri"/>
              </a:rPr>
              <a:t>Java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4141470" y="3880484"/>
            <a:ext cx="85979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I/O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533400" y="5304167"/>
            <a:ext cx="2622100" cy="947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Md. Shafqat Talukder Rakin</a:t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Lecturer, Department of CSE,  </a:t>
            </a:r>
            <a:endParaRPr/>
          </a:p>
          <a:p>
            <a:pPr indent="0" lvl="0" marL="0" marR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United International University</a:t>
            </a:r>
            <a:endParaRPr/>
          </a:p>
          <a:p>
            <a:pPr indent="0" lvl="0" marL="0" marR="381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Email id : </a:t>
            </a:r>
            <a:r>
              <a:rPr lang="en-US" sz="1400" u="sng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shafqat@cse.uiu.ac.bd</a:t>
            </a:r>
            <a:endParaRPr sz="1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4724400" y="6400800"/>
            <a:ext cx="4191000" cy="289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565F6C"/>
                </a:solidFill>
                <a:latin typeface="Cambria"/>
                <a:ea typeface="Cambria"/>
                <a:cs typeface="Cambria"/>
                <a:sym typeface="Cambria"/>
              </a:rPr>
              <a:t>Acknowledged: Rifat Shahriyar Sir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2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8765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</a:t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535940" y="1524279"/>
            <a:ext cx="7642859" cy="3391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Long‐term storage of large amounts of data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Persistent data exists after termination of program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Files stored on secondary storage devices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Magnetic disks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Optical disks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Magnetic tapes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Sequential and random access files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3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247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Class</a:t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535940" y="1524279"/>
            <a:ext cx="7833359" cy="4261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useful information about a file or directory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Does not open files or process files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15424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 obtain or manipulate path, time, date, permissions etc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File(String directoryPath)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File(String directoryPath, String fileName)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File(File dirObj, String fileName)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FileDemo.java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1298702" y="461899"/>
            <a:ext cx="65466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591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Directory </a:t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535940" y="1524279"/>
            <a:ext cx="6801484" cy="427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Directories are also files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Contains list of files and directories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For Directory isDirectory() returns true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[] list()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4380" marR="5080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returns an array of strings that gives the files and 	directories contained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File[] listFiles()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Returns array of File objects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DirectoryDemo.java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5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581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 Classes</a:t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535940" y="1520686"/>
            <a:ext cx="7995284" cy="3676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22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Java views a File as a stream of bytes.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 ends with end‐of‐file marker or a specific byte number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 as a stream of bytes associated with an object.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Java also associates streams with devices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System.in, System.out, and System.err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Streams can be redirected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72644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Stream is an abstraction that either produces or consumes information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6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581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Stream Classes</a:t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535940" y="1610613"/>
            <a:ext cx="8060055" cy="4147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Java’s	stream‐based	I/O	is	built	upon	four abstract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classes.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InputStream, OutputStream (for byte streams)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Reader, Writer (for character streams)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They form separate hierarchies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448944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	the	character	stream	classes	when working with characters or strings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3086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the byte stream	classes	when	working	with bytes	or	other binary objects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7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0109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Byte Stream Classes</a:t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535940" y="1524279"/>
            <a:ext cx="7923530" cy="417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Topped by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InputStream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OutputStream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InputStream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an abstract class that defines Java’s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model of streaming byte input.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int available()	void close()	int read()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int read(byte buff[])	int read(byte buff[], int off, int num)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OutputStream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an abstract class that defines Java’s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model of streaming byte output.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void flush()	void close()	void write(int b)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void write(byte buff[]) void write(byte buff[], int off, int num)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8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459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FileInputStream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535940" y="1610613"/>
            <a:ext cx="7647305" cy="271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FileInputStream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 creates an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InputStream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that you can use to read bytes from a file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FileInputStream(String filePath)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FileInputStream(File fileObj)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FileInputStreamDemo.java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9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503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FileOutputStream</a:t>
            </a:r>
            <a:endParaRPr/>
          </a:p>
        </p:txBody>
      </p:sp>
      <p:sp>
        <p:nvSpPr>
          <p:cNvPr id="102" name="Google Shape;102;p9"/>
          <p:cNvSpPr txBox="1"/>
          <p:nvPr>
            <p:ph idx="1" type="body"/>
          </p:nvPr>
        </p:nvSpPr>
        <p:spPr>
          <a:xfrm>
            <a:off x="535940" y="1610613"/>
            <a:ext cx="7607300" cy="365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FileOutputStream </a:t>
            </a:r>
            <a:r>
              <a:rPr lang="en-US"/>
              <a:t>class creates an </a:t>
            </a: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OutputStream</a:t>
            </a:r>
            <a:endParaRPr/>
          </a:p>
          <a:p>
            <a:pPr indent="0" lvl="0" marL="3556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/>
              <a:t>that you can use to write bytes to a file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Constructors</a:t>
            </a:r>
            <a:endParaRPr/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FileOutputStream(String filePath)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FileOutputStream(File fileObj)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FileOutputStream(String path, boolean append)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FileOutputStream(File obj, boolean append)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FileOutputStreamDemo.java, FileCopyDemo.java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4146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Character Stream Classes</a:t>
            </a:r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535940" y="1524279"/>
            <a:ext cx="7902575" cy="4615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Topped by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Reader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Writer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Reader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an abstract class that defines Java’s model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of streaming character input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marR="1322705" rtl="0" algn="l">
              <a:lnSpc>
                <a:spcPct val="12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void close()	int read()	int read(char buff[]) int read(char buff[], int off, int num)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Writer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an abstract class that defines Java’s model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of streaming character output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void flush() void close() void write(int ch)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13384" marR="5080" rtl="0" algn="l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void write(char buff[]) void write(char buff[], int off, int num) void write(String s)	void write(String s, int off, int num)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0720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FileReader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535940" y="1610613"/>
            <a:ext cx="8028305" cy="271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FileReader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 creates a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Reader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that you can use to read the contents of a file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FileReader(String filePath)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FileReader(File fileObj)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FileReaderDemo.java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2"/>
          <p:cNvSpPr txBox="1"/>
          <p:nvPr>
            <p:ph type="title"/>
          </p:nvPr>
        </p:nvSpPr>
        <p:spPr>
          <a:xfrm>
            <a:off x="1298702" y="461899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146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FileWriter</a:t>
            </a:r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535940" y="1610613"/>
            <a:ext cx="7833995" cy="3589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FileWriter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 creates a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Writer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that you can use to write to a file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FileWriter(String filePath)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FileWriter(File fileObj)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FileWriter(String path, boolean append)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FileWriter(File obj, boolean append)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FileWriterDemo.java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- Rifat Shahriyar</a:t>
            </a:r>
            <a:endParaRPr/>
          </a:p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2777108" y="461899"/>
            <a:ext cx="359664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BufferedReader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535940" y="1524279"/>
            <a:ext cx="7881620" cy="373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BufferedReader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Reader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that buffers input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It improves performance by reducing the number of  times data us actually physically read from the input  stream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BufferedReader(Reader reader)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BufferedReader(Reader reader, int buffSize)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just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BufferedReaderDemo.java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idx="11" type="ftr"/>
          </p:nvPr>
        </p:nvSpPr>
        <p:spPr>
          <a:xfrm>
            <a:off x="3675126" y="6464909"/>
            <a:ext cx="179260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Prepared By - Rifat Shahriyar</a:t>
            </a:r>
            <a:endParaRPr/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2850642" y="461899"/>
            <a:ext cx="344551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BufferedWriter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535940" y="1524279"/>
            <a:ext cx="7870190" cy="373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BufferedWriter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Writer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that buffers output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It improves performance by reducing the number of  times data actually physically written to the output  stream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Constructors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BufferedWriter(Writer writer)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87019" lvl="1" marL="75628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BufferedWriter(Writer writer, int buffSize)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i="1" lang="en-US" sz="2400"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: BufferedWriterDemo.java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353979" y="533400"/>
            <a:ext cx="843724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Spring 2024 Question 3</a:t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696" y="1916298"/>
            <a:ext cx="8560084" cy="3646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353979" y="54990"/>
            <a:ext cx="843724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Spring 2024 Question 3</a:t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4356"/>
            <a:ext cx="5022443" cy="6023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2286000"/>
            <a:ext cx="4465707" cy="2827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353377" y="457200"/>
            <a:ext cx="843724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Fall 2023 Question 2(a)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067" y="2895600"/>
            <a:ext cx="8463866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353377" y="76200"/>
            <a:ext cx="843724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Fall 2023 Question 2(a)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074" y="988244"/>
            <a:ext cx="6989849" cy="5788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353377" y="76200"/>
            <a:ext cx="843724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Fall 2023 Question 2(a)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08" y="1676400"/>
            <a:ext cx="8728183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8401557" y="6464909"/>
            <a:ext cx="24447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1298130" y="3080703"/>
            <a:ext cx="6546595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146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2024-09-27T18:39:58Z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2020-12-23T00:00:00Z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2024-09-27T00:00:00Z</vt:filetime>
  </property>
  <property fmtid="{D5CDD505-2E9C-101B-9397-08002B2CF9AE}" pid="5" name="Producer">
    <vt:lpwstr>Microsoft® PowerPoint® 2016</vt:lpwstr>
  </property>
</Properties>
</file>