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7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85" r:id="rId23"/>
    <p:sldId id="276" r:id="rId24"/>
    <p:sldId id="278" r:id="rId25"/>
    <p:sldId id="279" r:id="rId26"/>
    <p:sldId id="280" r:id="rId27"/>
    <p:sldId id="281" r:id="rId28"/>
    <p:sldId id="282" r:id="rId29"/>
    <p:sldId id="288" r:id="rId30"/>
    <p:sldId id="283" r:id="rId31"/>
    <p:sldId id="286" r:id="rId32"/>
    <p:sldId id="287" r:id="rId33"/>
    <p:sldId id="284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F5B3D-1A70-4C97-8A10-851D6D561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A9D2AC-2AD3-4599-88CB-FAA8B4E461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0F5B5-FDBB-4BB9-B099-6909F8071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92F7-7224-485B-9CDE-F1F8C0EF190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D0554-4CEF-4C17-A062-7096ADF4B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D3D15-DCB5-4352-BA6D-A2CA666AF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604EA-154E-479D-B02D-53FE1076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514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78A76-59FB-4C68-BE26-C3E300DE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E7F40-84CE-4D33-A6E0-C5D62291A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E013F-21A1-44DB-BCE8-070C8A846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92F7-7224-485B-9CDE-F1F8C0EF190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7672E-4304-4E0D-B4B9-23004DAE6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DC217-2171-46D9-9D3B-CB48502C4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604EA-154E-479D-B02D-53FE1076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195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574FF-9C83-47BD-B42C-954F1933A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FC096-8F21-48C9-9BD7-931CF393F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6B4D8-AA47-4494-8A14-CF50D7C33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92F7-7224-485B-9CDE-F1F8C0EF190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9932C-62BA-4718-882F-7B5414EDB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EEED2-9D07-4E6F-95A7-4BDA18BBC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604EA-154E-479D-B02D-53FE1076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238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27C20-1399-45D9-9AC6-A5C184EEC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E0F3D-2C1C-4A15-A724-D0C5958541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185719-94C6-420E-AD2B-A80BCA998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66E0FF-03F1-4CB0-A21C-74916A325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92F7-7224-485B-9CDE-F1F8C0EF190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C394B-CDA0-47BE-9C8A-45EDFB330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44E095-991B-482C-9D20-8164695A1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604EA-154E-479D-B02D-53FE1076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16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9C965-8A87-4AF7-B7DB-D7ED2B80F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A3221-F0A9-4E41-89B7-E5F712F0E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BEA51-02BE-43D4-B98B-CBA282C88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F504F1-AF56-4DB5-A954-A5DCB7EF50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797FDD-10FC-4B1E-8EAE-5B43AA96C1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183D67-8649-4E70-9EF0-1E59DD666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92F7-7224-485B-9CDE-F1F8C0EF190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8FE59E-8446-406B-91A8-E36C9CCC6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56C78C-5333-4C71-AE8F-CAD9CD065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604EA-154E-479D-B02D-53FE1076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792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D3575-C5ED-4F7C-B6F2-9CA7FF9F1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BBC1EE-5170-4DE2-A18D-2D44519AC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92F7-7224-485B-9CDE-F1F8C0EF190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309544-4C9E-4A5B-86E3-6F3F2794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255D0-DB25-4333-9346-C8770A3D6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604EA-154E-479D-B02D-53FE1076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363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FAB16C-EE67-4F2A-92CB-BFFFCAB7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92F7-7224-485B-9CDE-F1F8C0EF190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E4FF85-7E5D-4A96-AA0D-CF780F6CC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991F5-5330-44FC-BB47-97EA27C21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604EA-154E-479D-B02D-53FE1076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65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B745D-424E-47E2-BAB3-B3468900B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D4E51-9E33-4192-8EAF-BC549A596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58B720-CB2A-4496-A933-F336B08DA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9D58F-6838-498D-B34C-7B99A4D0D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92F7-7224-485B-9CDE-F1F8C0EF190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7A46CD-CA6C-46FE-BADF-01CD6D076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DBC97-8947-4EDF-B26F-280EB5081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604EA-154E-479D-B02D-53FE1076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861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1C4A-0488-41B3-B0EF-D9B5E3541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C932E4-39CC-41DD-A4E6-A3CB79E7D1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E464FF-899C-48DF-897E-F26F0FFC7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D3773-3969-4B2B-B353-7902554A2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92F7-7224-485B-9CDE-F1F8C0EF190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CEBD8-F7C0-47D5-89B9-D5E7C13D4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A6608-22A7-4808-883C-115CD44F8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604EA-154E-479D-B02D-53FE1076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52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DD7B2-6F69-41DD-AB1C-E2073FE2A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1AEF26-93F0-4B5B-8BB4-73799FA27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A7F64-B264-4CBE-8634-981E42969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92F7-7224-485B-9CDE-F1F8C0EF190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8EBE9-DDD9-4C60-AB33-01DE1E69F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70CF7-0C99-4482-AE2E-E36182879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604EA-154E-479D-B02D-53FE1076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637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AB115F-912B-4992-960B-CAAFBCD99F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E2F831-0A9A-4CC0-9161-FCD9D7C610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F67E7-9624-48EC-9B9F-5EF61D087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92F7-7224-485B-9CDE-F1F8C0EF190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E6601-3525-4A8D-B198-700FBDE65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74C24-6F9D-44EF-ABA7-4E8FEFDD2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604EA-154E-479D-B02D-53FE1076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204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78E5CD-123D-4494-A7E9-61DA9D65F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04198-4BA6-44EC-B2FE-662C2592F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7964D-FC4B-494E-8695-26B43F58F9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F92F7-7224-485B-9CDE-F1F8C0EF190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7015F-516B-4A37-811B-505713053C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5600D-EFED-4DA3-A928-E4B015D23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604EA-154E-479D-B02D-53FE1076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91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2BF7E-2522-4A34-9C12-9FA833CD6C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Digital Logic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3B1FE6-E1CF-45D2-9E29-91D922480D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Combinational &amp; Sequential Circuit</a:t>
            </a:r>
          </a:p>
        </p:txBody>
      </p:sp>
    </p:spTree>
    <p:extLst>
      <p:ext uri="{BB962C8B-B14F-4D97-AF65-F5344CB8AC3E}">
        <p14:creationId xmlns:p14="http://schemas.microsoft.com/office/powerpoint/2010/main" val="3180902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C2A2A0-B137-4E3B-8A8F-50E5CBCAC9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8875" y="2277269"/>
            <a:ext cx="7334250" cy="3448050"/>
          </a:xfrm>
        </p:spPr>
      </p:pic>
    </p:spTree>
    <p:extLst>
      <p:ext uri="{BB962C8B-B14F-4D97-AF65-F5344CB8AC3E}">
        <p14:creationId xmlns:p14="http://schemas.microsoft.com/office/powerpoint/2010/main" val="1626031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125EC33-C917-4E8E-9509-5E9648C1E5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9350" y="2329656"/>
            <a:ext cx="7353300" cy="3343275"/>
          </a:xfrm>
        </p:spPr>
      </p:pic>
    </p:spTree>
    <p:extLst>
      <p:ext uri="{BB962C8B-B14F-4D97-AF65-F5344CB8AC3E}">
        <p14:creationId xmlns:p14="http://schemas.microsoft.com/office/powerpoint/2010/main" val="1394939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A6C7451-C314-4E23-9CEA-3454700115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4112" y="2082006"/>
            <a:ext cx="7343775" cy="3838575"/>
          </a:xfrm>
        </p:spPr>
      </p:pic>
    </p:spTree>
    <p:extLst>
      <p:ext uri="{BB962C8B-B14F-4D97-AF65-F5344CB8AC3E}">
        <p14:creationId xmlns:p14="http://schemas.microsoft.com/office/powerpoint/2010/main" val="55497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D9CDEF-A210-42B3-B47C-CA62CFA385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8400" y="2062956"/>
            <a:ext cx="7315200" cy="3876675"/>
          </a:xfrm>
        </p:spPr>
      </p:pic>
    </p:spTree>
    <p:extLst>
      <p:ext uri="{BB962C8B-B14F-4D97-AF65-F5344CB8AC3E}">
        <p14:creationId xmlns:p14="http://schemas.microsoft.com/office/powerpoint/2010/main" val="2866432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A2800F-3C7D-4579-B346-7192657568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9350" y="2139156"/>
            <a:ext cx="7353300" cy="3724275"/>
          </a:xfrm>
        </p:spPr>
      </p:pic>
    </p:spTree>
    <p:extLst>
      <p:ext uri="{BB962C8B-B14F-4D97-AF65-F5344CB8AC3E}">
        <p14:creationId xmlns:p14="http://schemas.microsoft.com/office/powerpoint/2010/main" val="525226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B71327-8723-4738-852E-C883B312B8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8875" y="2091531"/>
            <a:ext cx="7334250" cy="3819525"/>
          </a:xfrm>
        </p:spPr>
      </p:pic>
    </p:spTree>
    <p:extLst>
      <p:ext uri="{BB962C8B-B14F-4D97-AF65-F5344CB8AC3E}">
        <p14:creationId xmlns:p14="http://schemas.microsoft.com/office/powerpoint/2010/main" val="2515906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34ECF3-4970-4843-81CA-DF823EBE60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9350" y="2077244"/>
            <a:ext cx="7353300" cy="3848100"/>
          </a:xfrm>
        </p:spPr>
      </p:pic>
    </p:spTree>
    <p:extLst>
      <p:ext uri="{BB962C8B-B14F-4D97-AF65-F5344CB8AC3E}">
        <p14:creationId xmlns:p14="http://schemas.microsoft.com/office/powerpoint/2010/main" val="2618385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50B011-E8C8-43CA-9B06-CD03D5A3B8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4587" y="2072481"/>
            <a:ext cx="7362825" cy="3857625"/>
          </a:xfrm>
        </p:spPr>
      </p:pic>
    </p:spTree>
    <p:extLst>
      <p:ext uri="{BB962C8B-B14F-4D97-AF65-F5344CB8AC3E}">
        <p14:creationId xmlns:p14="http://schemas.microsoft.com/office/powerpoint/2010/main" val="2651619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985E00-48A0-4C0C-90D1-C281A36BB1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5062" y="2062956"/>
            <a:ext cx="7381875" cy="3876675"/>
          </a:xfrm>
        </p:spPr>
      </p:pic>
    </p:spTree>
    <p:extLst>
      <p:ext uri="{BB962C8B-B14F-4D97-AF65-F5344CB8AC3E}">
        <p14:creationId xmlns:p14="http://schemas.microsoft.com/office/powerpoint/2010/main" val="4051899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1185B0-0D62-45DC-B54F-A1C09D7753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8875" y="2086769"/>
            <a:ext cx="7334250" cy="3829050"/>
          </a:xfrm>
        </p:spPr>
      </p:pic>
    </p:spTree>
    <p:extLst>
      <p:ext uri="{BB962C8B-B14F-4D97-AF65-F5344CB8AC3E}">
        <p14:creationId xmlns:p14="http://schemas.microsoft.com/office/powerpoint/2010/main" val="1658098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8C8C40-A2B2-4C54-8094-F5645B1C30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4112" y="2067719"/>
            <a:ext cx="7343775" cy="3867150"/>
          </a:xfrm>
        </p:spPr>
      </p:pic>
    </p:spTree>
    <p:extLst>
      <p:ext uri="{BB962C8B-B14F-4D97-AF65-F5344CB8AC3E}">
        <p14:creationId xmlns:p14="http://schemas.microsoft.com/office/powerpoint/2010/main" val="1747853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87DDC8-5487-442C-A329-5FD0062F45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9350" y="2101056"/>
            <a:ext cx="7353300" cy="3800475"/>
          </a:xfrm>
        </p:spPr>
      </p:pic>
    </p:spTree>
    <p:extLst>
      <p:ext uri="{BB962C8B-B14F-4D97-AF65-F5344CB8AC3E}">
        <p14:creationId xmlns:p14="http://schemas.microsoft.com/office/powerpoint/2010/main" val="372387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26393D-0541-484C-A248-E23F0013AE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5062" y="2082006"/>
            <a:ext cx="7381875" cy="3838575"/>
          </a:xfrm>
        </p:spPr>
      </p:pic>
    </p:spTree>
    <p:extLst>
      <p:ext uri="{BB962C8B-B14F-4D97-AF65-F5344CB8AC3E}">
        <p14:creationId xmlns:p14="http://schemas.microsoft.com/office/powerpoint/2010/main" val="1142228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017874-7975-4E37-A4FD-54E29654BD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3162" y="2077244"/>
            <a:ext cx="7305675" cy="3848100"/>
          </a:xfrm>
        </p:spPr>
      </p:pic>
    </p:spTree>
    <p:extLst>
      <p:ext uri="{BB962C8B-B14F-4D97-AF65-F5344CB8AC3E}">
        <p14:creationId xmlns:p14="http://schemas.microsoft.com/office/powerpoint/2010/main" val="4229900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7F91B2-0964-4E1F-81BD-D8F66EDDAF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4112" y="2058194"/>
            <a:ext cx="7343775" cy="3886200"/>
          </a:xfrm>
        </p:spPr>
      </p:pic>
    </p:spTree>
    <p:extLst>
      <p:ext uri="{BB962C8B-B14F-4D97-AF65-F5344CB8AC3E}">
        <p14:creationId xmlns:p14="http://schemas.microsoft.com/office/powerpoint/2010/main" val="2220291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39E961-9BEE-4868-99A2-357D3D63CA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4587" y="2096294"/>
            <a:ext cx="7362825" cy="3810000"/>
          </a:xfrm>
        </p:spPr>
      </p:pic>
    </p:spTree>
    <p:extLst>
      <p:ext uri="{BB962C8B-B14F-4D97-AF65-F5344CB8AC3E}">
        <p14:creationId xmlns:p14="http://schemas.microsoft.com/office/powerpoint/2010/main" val="2533956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070B20-2685-4A15-BA5E-47F816F07A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7925" y="2105819"/>
            <a:ext cx="7296150" cy="3790950"/>
          </a:xfrm>
        </p:spPr>
      </p:pic>
    </p:spTree>
    <p:extLst>
      <p:ext uri="{BB962C8B-B14F-4D97-AF65-F5344CB8AC3E}">
        <p14:creationId xmlns:p14="http://schemas.microsoft.com/office/powerpoint/2010/main" val="2203336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02EBF7-25C7-46EC-BDB8-13FF81F44C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8400" y="2101056"/>
            <a:ext cx="7315200" cy="3800475"/>
          </a:xfrm>
        </p:spPr>
      </p:pic>
    </p:spTree>
    <p:extLst>
      <p:ext uri="{BB962C8B-B14F-4D97-AF65-F5344CB8AC3E}">
        <p14:creationId xmlns:p14="http://schemas.microsoft.com/office/powerpoint/2010/main" val="2214017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6485C6-0396-4FFD-8237-F94E724E35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8875" y="2096294"/>
            <a:ext cx="7334250" cy="3810000"/>
          </a:xfrm>
        </p:spPr>
      </p:pic>
    </p:spTree>
    <p:extLst>
      <p:ext uri="{BB962C8B-B14F-4D97-AF65-F5344CB8AC3E}">
        <p14:creationId xmlns:p14="http://schemas.microsoft.com/office/powerpoint/2010/main" val="2644272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90D4D8-7C62-45D9-AE1C-9CEA5EAD32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3162" y="2048669"/>
            <a:ext cx="7305675" cy="3905250"/>
          </a:xfrm>
        </p:spPr>
      </p:pic>
    </p:spTree>
    <p:extLst>
      <p:ext uri="{BB962C8B-B14F-4D97-AF65-F5344CB8AC3E}">
        <p14:creationId xmlns:p14="http://schemas.microsoft.com/office/powerpoint/2010/main" val="2013904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C41253-EB9A-4AF2-833E-2AFB90680C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8400" y="2058194"/>
            <a:ext cx="7315200" cy="3886200"/>
          </a:xfrm>
        </p:spPr>
      </p:pic>
    </p:spTree>
    <p:extLst>
      <p:ext uri="{BB962C8B-B14F-4D97-AF65-F5344CB8AC3E}">
        <p14:creationId xmlns:p14="http://schemas.microsoft.com/office/powerpoint/2010/main" val="3711861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8D4ADCA-2FDC-4AA2-9959-3257A987E0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0775" y="2058194"/>
            <a:ext cx="7410450" cy="3886200"/>
          </a:xfrm>
        </p:spPr>
      </p:pic>
    </p:spTree>
    <p:extLst>
      <p:ext uri="{BB962C8B-B14F-4D97-AF65-F5344CB8AC3E}">
        <p14:creationId xmlns:p14="http://schemas.microsoft.com/office/powerpoint/2010/main" val="40919248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BD1F9D-6249-4435-A8D1-3B71B2567C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6487" y="2039144"/>
            <a:ext cx="7439025" cy="3924300"/>
          </a:xfrm>
        </p:spPr>
      </p:pic>
    </p:spTree>
    <p:extLst>
      <p:ext uri="{BB962C8B-B14F-4D97-AF65-F5344CB8AC3E}">
        <p14:creationId xmlns:p14="http://schemas.microsoft.com/office/powerpoint/2010/main" val="9250763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05B342-61AD-4226-BE2E-145D3F931D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6962" y="2101056"/>
            <a:ext cx="7458075" cy="3800475"/>
          </a:xfrm>
        </p:spPr>
      </p:pic>
    </p:spTree>
    <p:extLst>
      <p:ext uri="{BB962C8B-B14F-4D97-AF65-F5344CB8AC3E}">
        <p14:creationId xmlns:p14="http://schemas.microsoft.com/office/powerpoint/2010/main" val="18103986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8A8576-8A7D-489E-9F1C-921CDBB9DB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2675" y="2096294"/>
            <a:ext cx="7486650" cy="3810000"/>
          </a:xfrm>
        </p:spPr>
      </p:pic>
    </p:spTree>
    <p:extLst>
      <p:ext uri="{BB962C8B-B14F-4D97-AF65-F5344CB8AC3E}">
        <p14:creationId xmlns:p14="http://schemas.microsoft.com/office/powerpoint/2010/main" val="15156082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B474A5-925F-4B1D-B4E3-0C81CDBF41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6012" y="2091531"/>
            <a:ext cx="7419975" cy="3819525"/>
          </a:xfrm>
        </p:spPr>
      </p:pic>
    </p:spTree>
    <p:extLst>
      <p:ext uri="{BB962C8B-B14F-4D97-AF65-F5344CB8AC3E}">
        <p14:creationId xmlns:p14="http://schemas.microsoft.com/office/powerpoint/2010/main" val="21640096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10045B-924F-408F-BFA5-94A3F73B4C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7437" y="2058194"/>
            <a:ext cx="7477125" cy="3886200"/>
          </a:xfrm>
        </p:spPr>
      </p:pic>
    </p:spTree>
    <p:extLst>
      <p:ext uri="{BB962C8B-B14F-4D97-AF65-F5344CB8AC3E}">
        <p14:creationId xmlns:p14="http://schemas.microsoft.com/office/powerpoint/2010/main" val="36059535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6D6AB8-0C01-4D08-8D45-C06001C2F9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6962" y="2029619"/>
            <a:ext cx="7458075" cy="3943350"/>
          </a:xfrm>
        </p:spPr>
      </p:pic>
    </p:spTree>
    <p:extLst>
      <p:ext uri="{BB962C8B-B14F-4D97-AF65-F5344CB8AC3E}">
        <p14:creationId xmlns:p14="http://schemas.microsoft.com/office/powerpoint/2010/main" val="7091592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16A779-0BA1-44CE-8D95-0306AEB503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6962" y="2048669"/>
            <a:ext cx="7458075" cy="3905250"/>
          </a:xfrm>
        </p:spPr>
      </p:pic>
    </p:spTree>
    <p:extLst>
      <p:ext uri="{BB962C8B-B14F-4D97-AF65-F5344CB8AC3E}">
        <p14:creationId xmlns:p14="http://schemas.microsoft.com/office/powerpoint/2010/main" val="1595642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41448B-1A40-4A25-96A6-213D8F813A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2853" y="1825625"/>
            <a:ext cx="8326294" cy="4351338"/>
          </a:xfrm>
        </p:spPr>
      </p:pic>
    </p:spTree>
    <p:extLst>
      <p:ext uri="{BB962C8B-B14F-4D97-AF65-F5344CB8AC3E}">
        <p14:creationId xmlns:p14="http://schemas.microsoft.com/office/powerpoint/2010/main" val="21551865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ECDA2F-5714-4969-963F-00F99DC879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3637" y="2077244"/>
            <a:ext cx="7324725" cy="3848100"/>
          </a:xfrm>
        </p:spPr>
      </p:pic>
    </p:spTree>
    <p:extLst>
      <p:ext uri="{BB962C8B-B14F-4D97-AF65-F5344CB8AC3E}">
        <p14:creationId xmlns:p14="http://schemas.microsoft.com/office/powerpoint/2010/main" val="23450850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A9EF58-C181-4600-BA6F-8348AFD025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6975" y="2058194"/>
            <a:ext cx="7258050" cy="3886200"/>
          </a:xfrm>
        </p:spPr>
      </p:pic>
    </p:spTree>
    <p:extLst>
      <p:ext uri="{BB962C8B-B14F-4D97-AF65-F5344CB8AC3E}">
        <p14:creationId xmlns:p14="http://schemas.microsoft.com/office/powerpoint/2010/main" val="16897244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F47184-85A7-45D4-979A-76A1D0C939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2687" y="2067719"/>
            <a:ext cx="7286625" cy="3867150"/>
          </a:xfrm>
        </p:spPr>
      </p:pic>
    </p:spTree>
    <p:extLst>
      <p:ext uri="{BB962C8B-B14F-4D97-AF65-F5344CB8AC3E}">
        <p14:creationId xmlns:p14="http://schemas.microsoft.com/office/powerpoint/2010/main" val="23066827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27E-E31D-4605-9DB5-FD89B748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D23DC3-1855-4FE2-8BD3-99876CF92C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7925" y="2096294"/>
            <a:ext cx="7296150" cy="3810000"/>
          </a:xfrm>
        </p:spPr>
      </p:pic>
    </p:spTree>
    <p:extLst>
      <p:ext uri="{BB962C8B-B14F-4D97-AF65-F5344CB8AC3E}">
        <p14:creationId xmlns:p14="http://schemas.microsoft.com/office/powerpoint/2010/main" val="2606576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7</Words>
  <Application>Microsoft Office PowerPoint</Application>
  <PresentationFormat>Widescreen</PresentationFormat>
  <Paragraphs>2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Calibri Light</vt:lpstr>
      <vt:lpstr>Office Theme</vt:lpstr>
      <vt:lpstr>Digital Logic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Logic Design</dc:title>
  <dc:creator>Jamil Wahid</dc:creator>
  <cp:lastModifiedBy>Jamil Wahid</cp:lastModifiedBy>
  <cp:revision>3</cp:revision>
  <dcterms:created xsi:type="dcterms:W3CDTF">2025-10-07T04:55:31Z</dcterms:created>
  <dcterms:modified xsi:type="dcterms:W3CDTF">2025-10-07T06:36:59Z</dcterms:modified>
</cp:coreProperties>
</file>